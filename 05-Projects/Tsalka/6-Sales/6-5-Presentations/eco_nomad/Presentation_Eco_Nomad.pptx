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Energy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1C40F"/>
              </a:solidFill>
              <a:effectLst/>
            </c:spPr>
          </c:dPt>
          <c:dPt>
            <c:idx val="1"/>
            <c:bubble3D val="0"/>
            <c:spPr>
              <a:solidFill>
                <a:srgbClr val="3498DB"/>
              </a:solidFill>
              <a:effectLst/>
            </c:spPr>
          </c:dPt>
          <c:dPt>
            <c:idx val="2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Solar</c:v>
                </c:pt>
                <c:pt idx="1">
                  <c:v>Hydro</c:v>
                </c:pt>
                <c:pt idx="2">
                  <c:v>Grid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382316"/>
            <a:ext cx="4974336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spcAft>
                <a:spcPts val="15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Wild.</a:t>
            </a:r>
            <a:endParaRPr lang="en-US" sz="4800" dirty="0"/>
          </a:p>
          <a:p>
            <a:pPr algn="l" indent="0" marL="0">
              <a:lnSpc>
                <a:spcPts val="5280"/>
              </a:lnSpc>
              <a:spcAft>
                <a:spcPts val="15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Green.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2913757"/>
            <a:ext cx="497433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Ultimate Eco-Nomad Base.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3462933"/>
            <a:ext cx="1588889" cy="298252"/>
          </a:xfrm>
          <a:prstGeom prst="roundRect">
            <a:avLst>
              <a:gd name="adj" fmla="val 17033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3526334"/>
            <a:ext cx="13616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 READY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261765"/>
            <a:ext cx="388635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14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Anti-Office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982391"/>
            <a:ext cx="3810149" cy="18993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</a:t>
            </a:r>
            <a:pPr algn="l" indent="0" marL="0">
              <a:lnSpc>
                <a:spcPts val="2240"/>
              </a:lnSpc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Starlink</a:t>
            </a:r>
            <a:pPr algn="l" indent="0" marL="0">
              <a:lnSpc>
                <a:spcPts val="224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Internet.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Co-Working Lounge with Canyon Views.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Focus in Nature.</a:t>
            </a:r>
            <a:endParaRPr lang="en-US" sz="1600" dirty="0"/>
          </a:p>
        </p:txBody>
      </p:sp>
      <p:pic>
        <p:nvPicPr>
          <p:cNvPr id="4" name="Image 0" descr="C:/Users/Nodar/2026 antigraviti/05-Projects/Tsalka/6-Sales/Marketing/Assets/image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507950"/>
            <a:ext cx="4064050" cy="4127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14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Luxury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without Compromise.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317575"/>
            <a:ext cx="2624733" cy="3623072"/>
          </a:xfrm>
          <a:prstGeom prst="roundRect">
            <a:avLst>
              <a:gd name="adj" fmla="val 3871"/>
            </a:avLst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26495" y="1889075"/>
            <a:ext cx="5335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42090" y="2520851"/>
            <a:ext cx="7025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158" y="2885926"/>
            <a:ext cx="16502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&amp; Hydro powered.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59634" y="1317575"/>
            <a:ext cx="2624733" cy="3623072"/>
          </a:xfrm>
          <a:prstGeom prst="roundRect">
            <a:avLst>
              <a:gd name="adj" fmla="val 3871"/>
            </a:avLst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05129" y="1889075"/>
            <a:ext cx="5335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87823" y="2520851"/>
            <a:ext cx="5682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89825" y="2885926"/>
            <a:ext cx="19642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Spring Water on tap.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38267" y="1317575"/>
            <a:ext cx="2624733" cy="3623072"/>
          </a:xfrm>
          <a:prstGeom prst="roundRect">
            <a:avLst>
              <a:gd name="adj" fmla="val 3871"/>
            </a:avLst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83762" y="1889075"/>
            <a:ext cx="53359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97423" y="2520851"/>
            <a:ext cx="5064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3389" y="2885926"/>
            <a:ext cx="21944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Permaculture Gardens.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71500" y="3226147"/>
          <a:ext cx="2243733" cy="152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Nodar/2026 antigraviti/05-Projects/Tsalka/6-Sales/Marketing/Assets/image_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29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26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537150" y="958602"/>
            <a:ext cx="3160877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58D6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 Doorstep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537150" y="2031653"/>
            <a:ext cx="3098899" cy="21532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Canyon Hiking Trails.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Chasing.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 Biking.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Horse Riding.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0907" y="1125587"/>
            <a:ext cx="448218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14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Community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57239" y="1903363"/>
            <a:ext cx="56293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4000"/>
              </a:spcAft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tribe of creators, thinkers, and explorers.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587502" y="2792313"/>
            <a:ext cx="1968847" cy="647700"/>
          </a:xfrm>
          <a:prstGeom prst="roundRect">
            <a:avLst>
              <a:gd name="adj" fmla="val 5882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56433" y="2982813"/>
            <a:ext cx="1230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07928" y="3693914"/>
            <a:ext cx="17281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[Partner Agency Contact]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Eco-Nomad Base Presentation</dc:title>
  <dc:subject>PptxGenJS Presentation</dc:subject>
  <dc:creator>Green Canyon Eco Village</dc:creator>
  <cp:lastModifiedBy>Green Canyon Eco Village</cp:lastModifiedBy>
  <cp:revision>1</cp:revision>
  <dcterms:created xsi:type="dcterms:W3CDTF">2026-02-10T12:31:01Z</dcterms:created>
  <dcterms:modified xsi:type="dcterms:W3CDTF">2026-02-10T12:31:01Z</dcterms:modified>
</cp:coreProperties>
</file>