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Calendar Optimization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4053"/>
              </a:solidFill>
              <a:effectLst/>
            </c:spPr>
          </c:dPt>
          <c:dPt>
            <c:idx val="1"/>
            <c:bubble3D val="0"/>
            <c:spPr>
              <a:solidFill>
                <a:srgbClr val="D4AC0D"/>
              </a:solidFill>
              <a:effectLst/>
            </c:spPr>
          </c:dPt>
          <c:dLbls>
            <c:dLbl>
              <c:idx val="0"/>
              <c:numFmt formatCode="#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#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#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Rental Income (50 weeks)</c:v>
                </c:pt>
                <c:pt idx="1">
                  <c:v>Personal Use (2 weeks)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0548" y="1293912"/>
            <a:ext cx="4542755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CANYON</a:t>
            </a:r>
            <a:endParaRPr lang="en-US" sz="4000" dirty="0"/>
          </a:p>
          <a:p>
            <a:pPr algn="ctr" indent="0" marL="0">
              <a:spcAft>
                <a:spcPts val="2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936950" y="3090863"/>
            <a:ext cx="1269950" cy="25301"/>
          </a:xfrm>
          <a:prstGeom prst="rect">
            <a:avLst/>
          </a:prstGeom>
          <a:solidFill>
            <a:srgbClr val="D4AC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58463" y="3497163"/>
            <a:ext cx="40270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Capital. Your Sanctuary.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038374"/>
            <a:ext cx="401584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of Both Worlds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2111425"/>
            <a:ext cx="3937099" cy="19935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Yield: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12-15% ROI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annum.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Use: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Weeks Free Stay every year.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Growth: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Estimated 30% appreciation.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0" y="984200"/>
          <a:ext cx="419100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Tsalka Canyon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04447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"New Gudauri" of Eco-Tourism.</a:t>
            </a:r>
            <a:endParaRPr lang="en-US" sz="1600" dirty="0"/>
          </a:p>
        </p:txBody>
      </p:sp>
      <p:pic>
        <p:nvPicPr>
          <p:cNvPr id="4" name="Image 0" descr="C:/Users/Nodar/2026 antigraviti/05-Projects/Tsalka/6-Sales/Marketing/Assets/image_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536502"/>
            <a:ext cx="3937099" cy="3099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8950" y="2082850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just 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 45 min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Tbilisi.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98950" y="2781151"/>
            <a:ext cx="40158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pristine nature reserve with heavy government infrastructure investment.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98950" y="3746153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Year-round active tourism season.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5121" y="1047899"/>
            <a:ext cx="435375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3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5050" y="2022574"/>
            <a:ext cx="2286000" cy="2073027"/>
          </a:xfrm>
          <a:prstGeom prst="roundRect">
            <a:avLst>
              <a:gd name="adj" fmla="val 4901"/>
            </a:avLst>
          </a:prstGeom>
          <a:solidFill>
            <a:srgbClr val="FDFEFE"/>
          </a:solidFill>
          <a:ln w="19050">
            <a:solidFill>
              <a:srgbClr val="D4AC0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11252" y="2752725"/>
            <a:ext cx="9334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1872" y="3403550"/>
            <a:ext cx="1552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Annual Yield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0" y="2022574"/>
            <a:ext cx="2286000" cy="2073027"/>
          </a:xfrm>
          <a:prstGeom prst="roundRect">
            <a:avLst>
              <a:gd name="adj" fmla="val 4901"/>
            </a:avLst>
          </a:prstGeom>
          <a:solidFill>
            <a:srgbClr val="FDFEFE"/>
          </a:solidFill>
          <a:ln w="19050">
            <a:solidFill>
              <a:srgbClr val="D4AC0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05202" y="2752725"/>
            <a:ext cx="9334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84550" y="3403550"/>
            <a:ext cx="177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Rate of Return (IRR)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22950" y="2022574"/>
            <a:ext cx="2286000" cy="2073027"/>
          </a:xfrm>
          <a:prstGeom prst="roundRect">
            <a:avLst>
              <a:gd name="adj" fmla="val 4901"/>
            </a:avLst>
          </a:prstGeom>
          <a:solidFill>
            <a:srgbClr val="FDFEFE"/>
          </a:solidFill>
          <a:ln w="19050">
            <a:solidFill>
              <a:srgbClr val="D4AC0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47234" y="2752725"/>
            <a:ext cx="103743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21732" y="3403550"/>
            <a:ext cx="10882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Price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4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9732" y="1055936"/>
            <a:ext cx="428453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Your Future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359" y="2062311"/>
            <a:ext cx="75352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1800"/>
              </a:spcBef>
              <a:spcAft>
                <a:spcPts val="4000"/>
              </a:spcAft>
              <a:buNone/>
            </a:pPr>
            <a:r>
              <a:rPr lang="en-US" sz="1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asset in a growing economy.</a:t>
            </a:r>
            <a:endParaRPr lang="en-US" sz="1800" dirty="0"/>
          </a:p>
          <a:p>
            <a:pPr algn="ctr" indent="0" marL="0">
              <a:lnSpc>
                <a:spcPts val="2700"/>
              </a:lnSpc>
              <a:spcBef>
                <a:spcPts val="1800"/>
              </a:spcBef>
              <a:spcAft>
                <a:spcPts val="4000"/>
              </a:spcAft>
              <a:buNone/>
            </a:pPr>
            <a:r>
              <a:rPr lang="en-US" sz="1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The perfect hedge against inflation.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10992" y="2922687"/>
            <a:ext cx="2321868" cy="0"/>
          </a:xfrm>
          <a:prstGeom prst="line">
            <a:avLst/>
          </a:prstGeom>
          <a:noFill/>
          <a:ln w="19050">
            <a:solidFill>
              <a:srgbClr val="D4AC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7773" y="3363813"/>
            <a:ext cx="23683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[Partner Agency Contact Info]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7773" y="3814465"/>
            <a:ext cx="23683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www.greencanyon.ge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Regional Presentation</dc:title>
  <dc:subject>PptxGenJS Presentation</dc:subject>
  <dc:creator>Green Canyon Eco Village</dc:creator>
  <cp:lastModifiedBy>Green Canyon Eco Village</cp:lastModifiedBy>
  <cp:revision>1</cp:revision>
  <dcterms:created xsi:type="dcterms:W3CDTF">2026-02-10T12:32:10Z</dcterms:created>
  <dcterms:modified xsi:type="dcterms:W3CDTF">2026-02-10T12:32:10Z</dcterms:modified>
</cp:coreProperties>
</file>