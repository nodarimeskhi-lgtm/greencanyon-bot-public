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Annual Yield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 Comparison</c:v>
                </c:pt>
              </c:strCache>
            </c:strRef>
          </c:tx>
          <c:spPr>
            <a:solidFill>
              <a:srgbClr val="BDC3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DC3C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Batumi</c:v>
                  </c:pt>
                  <c:pt idx="1">
                    <c:v>Edge Village (Target)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Asset Value Growth Index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Projected Value</c:v>
                </c:pt>
              </c:strCache>
            </c:strRef>
          </c:tx>
          <c:spPr>
            <a:solidFill>
              <a:srgbClr val="F1C40F"/>
            </a:solidFill>
            <a:ln w="50800" cap="flat">
              <a:solidFill>
                <a:srgbClr val="F1C40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1C40F"/>
              </a:solidFill>
              <a:ln w="9525" cap="flat">
                <a:solidFill>
                  <a:srgbClr val="F1C40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Year 0</c:v>
                  </c:pt>
                  <c:pt idx="1">
                    <c:v>Year 1</c:v>
                  </c:pt>
                  <c:pt idx="2">
                    <c:v>Year 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115</c:v>
                </c:pt>
                <c:pt idx="2">
                  <c:v>130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478012"/>
            <a:ext cx="681451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DOUBLE-DIGIT </a:t>
            </a:r>
            <a:pPr algn="l" indent="0" marL="0">
              <a:spcAft>
                <a:spcPts val="1000"/>
              </a:spcAft>
              <a:buNone/>
            </a:pPr>
            <a:r>
              <a:rPr lang="en-US" sz="44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YIELDS</a:t>
            </a:r>
            <a:pPr algn="l" indent="0" marL="0">
              <a:spcAft>
                <a:spcPts val="1000"/>
              </a:spcAft>
              <a:buNone/>
            </a:pPr>
            <a:endParaRPr lang="en-US" sz="4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"THE NEXT BALI"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07950" y="2881313"/>
            <a:ext cx="798280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VILLAGE: High-ROI Eco-Resort Managed by Pros.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3614738"/>
            <a:ext cx="1269950" cy="50750"/>
          </a:xfrm>
          <a:prstGeom prst="rect">
            <a:avLst/>
          </a:prstGeom>
          <a:solidFill>
            <a:srgbClr val="F1C40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085404"/>
            <a:ext cx="3471773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Georgia? Why Now?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2158454"/>
            <a:ext cx="3403699" cy="189964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40"/>
              </a:lnSpc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Tourism grew </a:t>
            </a:r>
            <a:pPr algn="l" indent="0" marL="0">
              <a:lnSpc>
                <a:spcPts val="2240"/>
              </a:lnSpc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YoY</a:t>
            </a:r>
            <a:pPr algn="l" indent="0" marL="0">
              <a:lnSpc>
                <a:spcPts val="2240"/>
              </a:lnSpc>
              <a:spcAft>
                <a:spcPts val="1500"/>
              </a:spcAft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  <a:p>
            <a:pPr algn="l" marL="127000" indent="-127000">
              <a:lnSpc>
                <a:spcPts val="2240"/>
              </a:lnSpc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Batumi yields: 10-12%.</a:t>
            </a:r>
            <a:endParaRPr lang="en-US" sz="1600" dirty="0"/>
          </a:p>
          <a:p>
            <a:pPr algn="l" marL="127000" indent="-127000">
              <a:lnSpc>
                <a:spcPts val="2240"/>
              </a:lnSpc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Village target: </a:t>
            </a:r>
            <a:pPr algn="l" indent="0" marL="0">
              <a:lnSpc>
                <a:spcPts val="2240"/>
              </a:lnSpc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12-15%</a:t>
            </a:r>
            <a:pPr algn="l" indent="0" marL="0">
              <a:lnSpc>
                <a:spcPts val="2240"/>
              </a:lnSpc>
              <a:spcAft>
                <a:spcPts val="1500"/>
              </a:spcAft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  <a:p>
            <a:pPr algn="l" marL="127000" indent="-127000">
              <a:lnSpc>
                <a:spcPts val="2240"/>
              </a:lnSpc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from "Sea" to "Eco-Tourism".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65550" y="984200"/>
          <a:ext cx="4470350" cy="31749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097310"/>
            <a:ext cx="458571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"Eagle Hills" Validator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1760786"/>
            <a:ext cx="4585716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Money is here.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7950" y="2268587"/>
            <a:ext cx="4585716" cy="60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500"/>
              </a:spcAft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Mohamed Alabbar (Emaar) is investing </a:t>
            </a:r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 Billion</a:t>
            </a:r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500"/>
              </a:spcAft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nearby.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3131790"/>
            <a:ext cx="4495800" cy="914400"/>
          </a:xfrm>
          <a:prstGeom prst="roundRect">
            <a:avLst>
              <a:gd name="adj" fmla="val 5556"/>
            </a:avLst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8450" y="3322290"/>
            <a:ext cx="419709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Opportunity: Buy before the "Emaar Effect" doubles land prices.</a:t>
            </a:r>
            <a:endParaRPr lang="en-US" sz="1400" dirty="0"/>
          </a:p>
        </p:txBody>
      </p:sp>
      <p:pic>
        <p:nvPicPr>
          <p:cNvPr id="7" name="Image 0" descr="C:/Users/Nodar/2026 antigraviti/05-Projects/Tsalka/6-Sales/Marketing/Assets/image_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4750" y="507950"/>
            <a:ext cx="3251150" cy="41275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5079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Product: "Managed Villa"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1298525"/>
            <a:ext cx="2540050" cy="1854994"/>
          </a:xfrm>
          <a:prstGeom prst="roundRect">
            <a:avLst>
              <a:gd name="adj" fmla="val 547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669816" y="1552426"/>
            <a:ext cx="21617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11403" y="2108002"/>
            <a:ext cx="93314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8835" y="2473077"/>
            <a:ext cx="187827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buy the freehold asset.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01901" y="1298525"/>
            <a:ext cx="2540198" cy="1854994"/>
          </a:xfrm>
          <a:prstGeom prst="roundRect">
            <a:avLst>
              <a:gd name="adj" fmla="val 547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463915" y="1552426"/>
            <a:ext cx="21617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003797" y="2108002"/>
            <a:ext cx="11362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Manage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35478" y="2473077"/>
            <a:ext cx="207304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rent on Airbnb/Booking. 70% Occ.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0" y="1298525"/>
            <a:ext cx="2540050" cy="1854994"/>
          </a:xfrm>
          <a:prstGeom prst="roundRect">
            <a:avLst>
              <a:gd name="adj" fmla="val 547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57865" y="1552426"/>
            <a:ext cx="21617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918734" y="2108002"/>
            <a:ext cx="89443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Earn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29578" y="2473077"/>
            <a:ext cx="2072893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dividends. 12-15% ROI.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097012"/>
            <a:ext cx="388635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Strategy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1989088"/>
            <a:ext cx="388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appreciation in Dashbashi is accelerating.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3132088"/>
            <a:ext cx="388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growth: </a:t>
            </a:r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in 24 months</a:t>
            </a:r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0" y="1301800"/>
          <a:ext cx="4064050" cy="25399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Yield Investment Presentation</dc:title>
  <dc:subject>PptxGenJS Presentation</dc:subject>
  <dc:creator>Green Canyon Eco Village</dc:creator>
  <cp:lastModifiedBy>Green Canyon Eco Village</cp:lastModifiedBy>
  <cp:revision>1</cp:revision>
  <dcterms:created xsi:type="dcterms:W3CDTF">2026-02-10T12:23:11Z</dcterms:created>
  <dcterms:modified xsi:type="dcterms:W3CDTF">2026-02-10T12:23:11Z</dcterms:modified>
</cp:coreProperties>
</file>